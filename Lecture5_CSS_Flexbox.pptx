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24028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21C0A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402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Layout – Flexbox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21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Concepts  •  Flex Container &amp; Items  •  Direction  •  Justify &amp; Align  •  Gap &amp; Wrap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68680" y="4297680"/>
            <a:ext cx="2926080" cy="0"/>
          </a:xfrm>
          <a:prstGeom prst="line">
            <a:avLst/>
          </a:prstGeom>
          <a:noFill/>
          <a:ln w="25400">
            <a:solidFill>
              <a:srgbClr val="21C0A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Display Concepts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EAF3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474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display: block;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0" y="1920240"/>
            <a:ext cx="7132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on a new line and takes the full width (div, p, h1)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EAF3F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788920"/>
            <a:ext cx="3474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display: inline;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89120" y="2788920"/>
            <a:ext cx="7132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within text; width/height cannot be set (span, a)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EAF3F7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657600"/>
            <a:ext cx="3474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C0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display: inline-block;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89120" y="3657600"/>
            <a:ext cx="7132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inline but allows width, height, margin and padding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EAF3F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526280"/>
            <a:ext cx="3474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display: none;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89120" y="4526280"/>
            <a:ext cx="7132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the element completely — it takes up no space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39496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EAF3F7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394960"/>
            <a:ext cx="3474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display: flex;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89120" y="5394960"/>
            <a:ext cx="7132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 element into a flex container for flexible layouts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Layout – Flexbox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BASICS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 Container &amp; Flex Items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852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is a one-dimensional layout model — it arranges items in a row or a column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display: flex on the parent — it becomes the flex container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direct children automatically become flex items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default, items sit side by side in a row (main axis = horizontal)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766560" y="1920240"/>
            <a:ext cx="4846320" cy="2926080"/>
          </a:xfrm>
          <a:prstGeom prst="roundRect">
            <a:avLst>
              <a:gd name="adj" fmla="val 2500"/>
            </a:avLst>
          </a:prstGeom>
          <a:solidFill>
            <a:srgbClr val="10243A"/>
          </a:solidFill>
          <a:ln/>
        </p:spPr>
      </p:sp>
      <p:sp>
        <p:nvSpPr>
          <p:cNvPr id="7" name="Shape 5"/>
          <p:cNvSpPr/>
          <p:nvPr/>
        </p:nvSpPr>
        <p:spPr>
          <a:xfrm>
            <a:off x="6931152" y="206654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0" y="206654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9" name="Shape 7"/>
          <p:cNvSpPr/>
          <p:nvPr/>
        </p:nvSpPr>
        <p:spPr>
          <a:xfrm>
            <a:off x="7333488" y="206654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0" y="2304288"/>
            <a:ext cx="42976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.container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class="container"&gt;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&lt;div&gt;1&lt;/div&gt;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&lt;div&gt;2&lt;/div&gt;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&lt;div&gt;3&lt;/div&gt;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66560" y="5074920"/>
            <a:ext cx="48463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76288" y="528066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876288" y="52806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06640" y="528066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1C0A5"/>
          </a:solidFill>
          <a:ln/>
        </p:spPr>
      </p:sp>
      <p:sp>
        <p:nvSpPr>
          <p:cNvPr id="15" name="Text 13"/>
          <p:cNvSpPr/>
          <p:nvPr/>
        </p:nvSpPr>
        <p:spPr>
          <a:xfrm>
            <a:off x="7406640" y="52806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36992" y="528066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7936992" y="52806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66560" y="59893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display: flex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Layout – Flexbox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BASICS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flex-direction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direction of the main axis — the way items are laid out.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65176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39572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395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88720" y="239572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1C0A5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395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719072" y="239572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12" name="Text 10"/>
          <p:cNvSpPr/>
          <p:nvPr/>
        </p:nvSpPr>
        <p:spPr>
          <a:xfrm>
            <a:off x="1719072" y="2395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2519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2286000"/>
            <a:ext cx="265176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68112" y="239572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5468112" y="2395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239572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1C0A5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395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07408" y="239572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20" name="Text 18"/>
          <p:cNvSpPr/>
          <p:nvPr/>
        </p:nvSpPr>
        <p:spPr>
          <a:xfrm>
            <a:off x="4407408" y="2395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42519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row-reverse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2286000"/>
            <a:ext cx="265176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27648" y="239572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6327648" y="2395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27648" y="29260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1C0A5"/>
          </a:solidFill>
          <a:ln/>
        </p:spPr>
      </p:sp>
      <p:sp>
        <p:nvSpPr>
          <p:cNvPr id="26" name="Text 24"/>
          <p:cNvSpPr/>
          <p:nvPr/>
        </p:nvSpPr>
        <p:spPr>
          <a:xfrm>
            <a:off x="6327648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27648" y="3456432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28" name="Text 26"/>
          <p:cNvSpPr/>
          <p:nvPr/>
        </p:nvSpPr>
        <p:spPr>
          <a:xfrm>
            <a:off x="6327648" y="3456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17920" y="42519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052560" y="2286000"/>
            <a:ext cx="265176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62288" y="3639312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9162288" y="3639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162288" y="310896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1C0A5"/>
          </a:solidFill>
          <a:ln/>
        </p:spPr>
      </p:sp>
      <p:sp>
        <p:nvSpPr>
          <p:cNvPr id="34" name="Text 32"/>
          <p:cNvSpPr/>
          <p:nvPr/>
        </p:nvSpPr>
        <p:spPr>
          <a:xfrm>
            <a:off x="9162288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162288" y="257860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36" name="Text 34"/>
          <p:cNvSpPr/>
          <p:nvPr/>
        </p:nvSpPr>
        <p:spPr>
          <a:xfrm>
            <a:off x="9162288" y="2578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052560" y="42519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column-reverse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475488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10243A"/>
          </a:solidFill>
          <a:ln/>
        </p:spPr>
      </p:sp>
      <p:sp>
        <p:nvSpPr>
          <p:cNvPr id="39" name="Shape 37"/>
          <p:cNvSpPr/>
          <p:nvPr/>
        </p:nvSpPr>
        <p:spPr>
          <a:xfrm>
            <a:off x="713232" y="490118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0" name="Shape 38"/>
          <p:cNvSpPr/>
          <p:nvPr/>
        </p:nvSpPr>
        <p:spPr>
          <a:xfrm>
            <a:off x="914400" y="490118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41" name="Shape 39"/>
          <p:cNvSpPr/>
          <p:nvPr/>
        </p:nvSpPr>
        <p:spPr>
          <a:xfrm>
            <a:off x="1115568" y="490118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" y="5138928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.container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flex-direction: column;   /* row (default) | row-reverse | column | column-reverse */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Layout – Flexbox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ALIGNMENT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justify-content (main axis)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items along the main axis — horizontally when direction is row.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44144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88720" y="244144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1C0A5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719072" y="244144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12" name="Text 10"/>
          <p:cNvSpPr/>
          <p:nvPr/>
        </p:nvSpPr>
        <p:spPr>
          <a:xfrm>
            <a:off x="1719072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flex-start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0" y="2331720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50408" y="244144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5550408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80760" y="244144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1C0A5"/>
          </a:solidFill>
          <a:ln/>
        </p:spPr>
      </p:sp>
      <p:sp>
        <p:nvSpPr>
          <p:cNvPr id="18" name="Text 16"/>
          <p:cNvSpPr/>
          <p:nvPr/>
        </p:nvSpPr>
        <p:spPr>
          <a:xfrm>
            <a:off x="6080760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11112" y="244144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20" name="Text 18"/>
          <p:cNvSpPr/>
          <p:nvPr/>
        </p:nvSpPr>
        <p:spPr>
          <a:xfrm>
            <a:off x="6611112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8056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749040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78608" y="385876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2578608" y="3858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108960" y="385876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1C0A5"/>
          </a:solidFill>
          <a:ln/>
        </p:spPr>
      </p:sp>
      <p:sp>
        <p:nvSpPr>
          <p:cNvPr id="26" name="Text 24"/>
          <p:cNvSpPr/>
          <p:nvPr/>
        </p:nvSpPr>
        <p:spPr>
          <a:xfrm>
            <a:off x="3108960" y="3858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39312" y="385876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28" name="Text 26"/>
          <p:cNvSpPr/>
          <p:nvPr/>
        </p:nvSpPr>
        <p:spPr>
          <a:xfrm>
            <a:off x="3639312" y="3858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flex-end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480560" y="3749040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90288" y="385876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4590288" y="3858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080760" y="385876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1C0A5"/>
          </a:solidFill>
          <a:ln/>
        </p:spPr>
      </p:sp>
      <p:sp>
        <p:nvSpPr>
          <p:cNvPr id="34" name="Text 32"/>
          <p:cNvSpPr/>
          <p:nvPr/>
        </p:nvSpPr>
        <p:spPr>
          <a:xfrm>
            <a:off x="6080760" y="3858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571232" y="385876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36" name="Text 34"/>
          <p:cNvSpPr/>
          <p:nvPr/>
        </p:nvSpPr>
        <p:spPr>
          <a:xfrm>
            <a:off x="7571232" y="3858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48056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space-between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5166360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02792" y="527608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40" name="Text 38"/>
          <p:cNvSpPr/>
          <p:nvPr/>
        </p:nvSpPr>
        <p:spPr>
          <a:xfrm>
            <a:off x="1002792" y="5276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148840" y="527608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1C0A5"/>
          </a:solidFill>
          <a:ln/>
        </p:spPr>
      </p:sp>
      <p:sp>
        <p:nvSpPr>
          <p:cNvPr id="42" name="Text 40"/>
          <p:cNvSpPr/>
          <p:nvPr/>
        </p:nvSpPr>
        <p:spPr>
          <a:xfrm>
            <a:off x="2148840" y="5276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294888" y="527608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44" name="Text 42"/>
          <p:cNvSpPr/>
          <p:nvPr/>
        </p:nvSpPr>
        <p:spPr>
          <a:xfrm>
            <a:off x="3294888" y="5276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48640" y="6126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space-around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412480" y="2331720"/>
            <a:ext cx="3200400" cy="2011680"/>
          </a:xfrm>
          <a:prstGeom prst="roundRect">
            <a:avLst>
              <a:gd name="adj" fmla="val 3636"/>
            </a:avLst>
          </a:prstGeom>
          <a:solidFill>
            <a:srgbClr val="10243A"/>
          </a:solidFill>
          <a:ln/>
        </p:spPr>
      </p:sp>
      <p:sp>
        <p:nvSpPr>
          <p:cNvPr id="47" name="Shape 45"/>
          <p:cNvSpPr/>
          <p:nvPr/>
        </p:nvSpPr>
        <p:spPr>
          <a:xfrm>
            <a:off x="8577072" y="247802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8" name="Shape 46"/>
          <p:cNvSpPr/>
          <p:nvPr/>
        </p:nvSpPr>
        <p:spPr>
          <a:xfrm>
            <a:off x="8778240" y="247802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49" name="Shape 47"/>
          <p:cNvSpPr/>
          <p:nvPr/>
        </p:nvSpPr>
        <p:spPr>
          <a:xfrm>
            <a:off x="8979408" y="247802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50" name="Text 48"/>
          <p:cNvSpPr/>
          <p:nvPr/>
        </p:nvSpPr>
        <p:spPr>
          <a:xfrm>
            <a:off x="8686800" y="2715768"/>
            <a:ext cx="2651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.container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justify-content: center;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Layout – Flexbox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ALIGNMENT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align-items (cross axis)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items along the cross axis — vertically when direction is row. The container needs some height to see the effect.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356616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53288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532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88720" y="253288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1C0A5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532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719072" y="253288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12" name="Text 10"/>
          <p:cNvSpPr/>
          <p:nvPr/>
        </p:nvSpPr>
        <p:spPr>
          <a:xfrm>
            <a:off x="1719072" y="2532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931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align-items: flex-start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2423160"/>
            <a:ext cx="356616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07408" y="29260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4407408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29260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1C0A5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68112" y="29260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20" name="Text 18"/>
          <p:cNvSpPr/>
          <p:nvPr/>
        </p:nvSpPr>
        <p:spPr>
          <a:xfrm>
            <a:off x="5468112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97680" y="3931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align-items: center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46720" y="2423160"/>
            <a:ext cx="356616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56448" y="3319272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8156448" y="3319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686800" y="3319272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1C0A5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0" y="3319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217152" y="3319272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28" name="Text 26"/>
          <p:cNvSpPr/>
          <p:nvPr/>
        </p:nvSpPr>
        <p:spPr>
          <a:xfrm>
            <a:off x="9217152" y="3319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46720" y="3931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align-items: flex-end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343400"/>
            <a:ext cx="11064240" cy="2011680"/>
          </a:xfrm>
          <a:prstGeom prst="roundRect">
            <a:avLst>
              <a:gd name="adj" fmla="val 3636"/>
            </a:avLst>
          </a:prstGeom>
          <a:solidFill>
            <a:srgbClr val="10243A"/>
          </a:solidFill>
          <a:ln/>
        </p:spPr>
      </p:sp>
      <p:sp>
        <p:nvSpPr>
          <p:cNvPr id="31" name="Shape 29"/>
          <p:cNvSpPr/>
          <p:nvPr/>
        </p:nvSpPr>
        <p:spPr>
          <a:xfrm>
            <a:off x="713232" y="448970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2" name="Shape 30"/>
          <p:cNvSpPr/>
          <p:nvPr/>
        </p:nvSpPr>
        <p:spPr>
          <a:xfrm>
            <a:off x="914400" y="448970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33" name="Shape 31"/>
          <p:cNvSpPr/>
          <p:nvPr/>
        </p:nvSpPr>
        <p:spPr>
          <a:xfrm>
            <a:off x="1115568" y="448970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4727448"/>
            <a:ext cx="10515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.container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height: 200px;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justify-content: center;  /* horizontal */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align-items: center;      /* vertical */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Layout – Flexbox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SPACING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&amp; flex-wrap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116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consistent space between flex items without using margins. Use gap: 20px; or row-gap / column-gap.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20116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flex-wrap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46888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 items squeeze onto one line. flex-wrap: wrap lets them move to the next line when there isn't enough room.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25196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10243A"/>
          </a:solidFill>
          <a:ln/>
        </p:spPr>
      </p:sp>
      <p:sp>
        <p:nvSpPr>
          <p:cNvPr id="12" name="Shape 10"/>
          <p:cNvSpPr/>
          <p:nvPr/>
        </p:nvSpPr>
        <p:spPr>
          <a:xfrm>
            <a:off x="713232" y="439826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439826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5568" y="439826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636008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.container 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flex-wrap: wrap;   /* nowrap (default) | wrap | wrap-reverse */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20px;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Layout – Flexbox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ITEMS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Sizing Flex Items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6309360" cy="822960"/>
          </a:xfrm>
          <a:prstGeom prst="roundRect">
            <a:avLst>
              <a:gd name="adj" fmla="val 8889"/>
            </a:avLst>
          </a:prstGeom>
          <a:solidFill>
            <a:srgbClr val="EAF3F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flex-grow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06040" y="196596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an item expands to fill free space (0 = don't grow)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6309360" cy="822960"/>
          </a:xfrm>
          <a:prstGeom prst="roundRect">
            <a:avLst>
              <a:gd name="adj" fmla="val 8889"/>
            </a:avLst>
          </a:prstGeom>
          <a:solidFill>
            <a:srgbClr val="EAF3F7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9260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flex-shrink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06040" y="292608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an item shrinks when space is tight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6309360" cy="822960"/>
          </a:xfrm>
          <a:prstGeom prst="roundRect">
            <a:avLst>
              <a:gd name="adj" fmla="val 8889"/>
            </a:avLst>
          </a:prstGeom>
          <a:solidFill>
            <a:srgbClr val="EAF3F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886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C0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flex-basis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06040" y="38862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size of an item before growing/shrinking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846320"/>
            <a:ext cx="6309360" cy="822960"/>
          </a:xfrm>
          <a:prstGeom prst="roundRect">
            <a:avLst>
              <a:gd name="adj" fmla="val 8889"/>
            </a:avLst>
          </a:prstGeom>
          <a:solidFill>
            <a:srgbClr val="EAF3F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8463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flex: 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06040" y="484632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Shorthand — item shares the available space equally with others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23760" y="1965960"/>
            <a:ext cx="4389120" cy="3291840"/>
          </a:xfrm>
          <a:prstGeom prst="roundRect">
            <a:avLst>
              <a:gd name="adj" fmla="val 2222"/>
            </a:avLst>
          </a:prstGeom>
          <a:solidFill>
            <a:srgbClr val="10243A"/>
          </a:solidFill>
          <a:ln/>
        </p:spPr>
      </p:sp>
      <p:sp>
        <p:nvSpPr>
          <p:cNvPr id="18" name="Shape 16"/>
          <p:cNvSpPr/>
          <p:nvPr/>
        </p:nvSpPr>
        <p:spPr>
          <a:xfrm>
            <a:off x="7388352" y="211226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Shape 17"/>
          <p:cNvSpPr/>
          <p:nvPr/>
        </p:nvSpPr>
        <p:spPr>
          <a:xfrm>
            <a:off x="7589520" y="211226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0" name="Shape 18"/>
          <p:cNvSpPr/>
          <p:nvPr/>
        </p:nvSpPr>
        <p:spPr>
          <a:xfrm>
            <a:off x="7790688" y="211226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0" y="2350008"/>
            <a:ext cx="38404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flex: 1;      /* equal width cards */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.sidebar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flex: 0 0 250px;  /* fixed 250px */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Layout – Flexbox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PATTERNS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Navigation Bar with Flexbox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486400" cy="3931920"/>
          </a:xfrm>
          <a:prstGeom prst="roundRect">
            <a:avLst>
              <a:gd name="adj" fmla="val 1860"/>
            </a:avLst>
          </a:prstGeom>
          <a:solidFill>
            <a:srgbClr val="10243A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06654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06654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206654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04288"/>
            <a:ext cx="49377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 class="navbar"&gt;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 class="logo" href="#"&gt;MySite&lt;/a&gt;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&lt;ul class="menu"&gt;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&lt;li&gt;&lt;a href="#"&gt;Home&lt;/a&gt;&lt;/li&gt;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&lt;li&gt;&lt;a href="#"&gt;About&lt;/a&gt;&lt;/li&gt;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&lt;li&gt;&lt;a href="#"&gt;Contact&lt;/a&gt;&lt;/li&gt;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&lt;/ul&gt;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&lt;/nav&gt;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920240"/>
            <a:ext cx="5303520" cy="3931920"/>
          </a:xfrm>
          <a:prstGeom prst="roundRect">
            <a:avLst>
              <a:gd name="adj" fmla="val 1860"/>
            </a:avLst>
          </a:prstGeom>
          <a:solidFill>
            <a:srgbClr val="10243A"/>
          </a:solidFill>
          <a:ln/>
        </p:spPr>
      </p:sp>
      <p:sp>
        <p:nvSpPr>
          <p:cNvPr id="11" name="Shape 9"/>
          <p:cNvSpPr/>
          <p:nvPr/>
        </p:nvSpPr>
        <p:spPr>
          <a:xfrm>
            <a:off x="6473952" y="206654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0" y="206654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3" name="Shape 11"/>
          <p:cNvSpPr/>
          <p:nvPr/>
        </p:nvSpPr>
        <p:spPr>
          <a:xfrm>
            <a:off x="6876288" y="206654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2304288"/>
            <a:ext cx="47548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.navbar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justify-content: space-between;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align-items: center;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15px 30px;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#21295C;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.menu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20px;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list-style: none;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Layout – Flexbox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PATTERNS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 of Cards with Flexbox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03520" cy="3931920"/>
          </a:xfrm>
          <a:prstGeom prst="roundRect">
            <a:avLst>
              <a:gd name="adj" fmla="val 1860"/>
            </a:avLst>
          </a:prstGeom>
          <a:solidFill>
            <a:srgbClr val="10243A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06654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06654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206654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04288"/>
            <a:ext cx="47548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.cards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flex-wrap: wrap;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20px;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flex: 1 1 250px;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20px;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 1px solid #1C7293;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8px;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09360" y="2423160"/>
            <a:ext cx="1645920" cy="2011680"/>
          </a:xfrm>
          <a:prstGeom prst="roundRect">
            <a:avLst>
              <a:gd name="adj" fmla="val 5556"/>
            </a:avLst>
          </a:prstGeom>
          <a:solidFill>
            <a:srgbClr val="EAF3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2560320"/>
            <a:ext cx="13716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3383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3749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text here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19872" y="2423160"/>
            <a:ext cx="1645920" cy="2011680"/>
          </a:xfrm>
          <a:prstGeom prst="roundRect">
            <a:avLst>
              <a:gd name="adj" fmla="val 5556"/>
            </a:avLst>
          </a:prstGeom>
          <a:solidFill>
            <a:srgbClr val="EAF3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57032" y="2560320"/>
            <a:ext cx="1371600" cy="7315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119872" y="3383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 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19872" y="3749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text here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930384" y="2423160"/>
            <a:ext cx="1645920" cy="2011680"/>
          </a:xfrm>
          <a:prstGeom prst="roundRect">
            <a:avLst>
              <a:gd name="adj" fmla="val 5556"/>
            </a:avLst>
          </a:prstGeom>
          <a:solidFill>
            <a:srgbClr val="EAF3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67544" y="2560320"/>
            <a:ext cx="1371600" cy="731520"/>
          </a:xfrm>
          <a:prstGeom prst="rect">
            <a:avLst/>
          </a:prstGeom>
          <a:solidFill>
            <a:srgbClr val="21C0A5"/>
          </a:solidFill>
          <a:ln/>
        </p:spPr>
      </p:sp>
      <p:sp>
        <p:nvSpPr>
          <p:cNvPr id="21" name="Text 19"/>
          <p:cNvSpPr/>
          <p:nvPr/>
        </p:nvSpPr>
        <p:spPr>
          <a:xfrm>
            <a:off x="9930384" y="3383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 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930384" y="3749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text here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09360" y="470916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flex: 1 1 250px means: grow equally, shrink if needed, start at 250px wide. With flex-wrap, cards drop to a new row on narrow screens.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Layout – Flexbox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657600" cy="36576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188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1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TASK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Flexbox Navbar &amp; Cards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880360"/>
            <a:ext cx="320040" cy="320040"/>
          </a:xfrm>
          <a:prstGeom prst="roundRect">
            <a:avLst>
              <a:gd name="adj" fmla="val 17143"/>
            </a:avLst>
          </a:prstGeom>
          <a:ln w="19050">
            <a:solidFill>
              <a:srgbClr val="21C0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807208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navigation bar with a logo and menu links using display: flex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3502152"/>
            <a:ext cx="320040" cy="320040"/>
          </a:xfrm>
          <a:prstGeom prst="roundRect">
            <a:avLst>
              <a:gd name="adj" fmla="val 17143"/>
            </a:avLst>
          </a:prstGeom>
          <a:ln w="19050">
            <a:solidFill>
              <a:srgbClr val="21C0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429000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justify-content and align-items to position the navbar items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4123944"/>
            <a:ext cx="320040" cy="320040"/>
          </a:xfrm>
          <a:prstGeom prst="roundRect">
            <a:avLst>
              <a:gd name="adj" fmla="val 17143"/>
            </a:avLst>
          </a:prstGeom>
          <a:ln w="19050">
            <a:solidFill>
              <a:srgbClr val="21C0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4050792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row of at least 3 cards using flex: 1 and gap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4745736"/>
            <a:ext cx="320040" cy="320040"/>
          </a:xfrm>
          <a:prstGeom prst="roundRect">
            <a:avLst>
              <a:gd name="adj" fmla="val 17143"/>
            </a:avLst>
          </a:prstGeom>
          <a:ln w="19050">
            <a:solidFill>
              <a:srgbClr val="21C0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4672584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flex-wrap so cards move to the next line on narrow windows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5367528"/>
            <a:ext cx="320040" cy="320040"/>
          </a:xfrm>
          <a:prstGeom prst="roundRect">
            <a:avLst>
              <a:gd name="adj" fmla="val 17143"/>
            </a:avLst>
          </a:prstGeom>
          <a:ln w="19050">
            <a:solidFill>
              <a:srgbClr val="21C0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5294376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styles in your external style.css file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Layout – Flexbox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048256"/>
            <a:ext cx="310896" cy="31089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0116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flex turns a parent into a flex container; children become flex items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761488"/>
            <a:ext cx="310896" cy="31089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72491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flex-direction sets the main axis: row or column (and reverse versions)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310896" cy="31089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438144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justify-content aligns along the main axis; align-items along the cross axis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187952"/>
            <a:ext cx="310896" cy="31089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15137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adds spacing; flex-wrap lets items flow onto new lines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10896" cy="31089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86460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is ideal for navigation bars and card layouts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80644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EAF3F7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W3Schools — CSS Flexbox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Layout – Flexbox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2026-10-14T13:54:17Z</dcterms:created>
  <dcterms:modified xsi:type="dcterms:W3CDTF">2026-10-14T13:54:17Z</dcterms:modified>
</cp:coreProperties>
</file>