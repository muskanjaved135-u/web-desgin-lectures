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Basics – Part II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Navigation  •  Images  •  Lists  •  Tables  •  Semantic HTML  •  Forms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PAGES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&amp; Navigation: &lt;a&gt;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&lt;a&gt; (anchor) tag creates a hyperlink to another page, file, or location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href attribute sets the destination URL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opens the link in a new browser tab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can point to other pages, sections on the same page (#id), or external websites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96596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50008"/>
            <a:ext cx="42062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href="https://w3schools.com"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target="_blank"&gt;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Visit W3Schools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href="#contact"&gt;Jump to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section&lt;/a&gt;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Images: &lt;img&gt;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&lt;img&gt; tag embeds an image — it is an empty element (no closing tag)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sets the path or URL to the image file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provides alternate text — shown if the image fails to load, and read by screen readers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and height set the display size (in pixels)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96596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50008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src="profile.jpg"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alt="My profile photo"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width="200"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height="200"&gt;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41605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41605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include a meaningful alt attribute — it improves accessibility and helps search engines understand the image.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Lists: Ordered, Unordered &amp; Description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&lt;ul&gt; Unordered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5694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694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5694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0720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&lt;li&gt;CSS&lt;/li&gt;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&lt;li&gt;JavaScript&lt;/li&gt;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19659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&lt;ol&gt; Ordered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343400" y="242316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102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7992" y="25694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25694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4910328" y="25694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80720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&lt;li&gt;Install XAMPP&lt;/li&gt;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&lt;li&gt;Start Apache&lt;/li&gt;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&lt;li&gt;Create a page&lt;/li&gt;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19659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&lt;dl&gt; Description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138160" y="242316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102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25694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25694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Shape 19"/>
          <p:cNvSpPr/>
          <p:nvPr/>
        </p:nvSpPr>
        <p:spPr>
          <a:xfrm>
            <a:off x="8705088" y="25694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80720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&lt;dt&gt;HTML&lt;/dt&gt;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&lt;dd&gt;Structure&lt;/dd&gt;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&lt;dt&gt;CSS&lt;/dt&gt;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&lt;dd&gt;Style&lt;/dd&gt;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 be nested — place a full &lt;ul&gt; or &lt;ol&gt; inside an &lt;li&gt; to create sub-items (e.g. a multi-level navigation menu).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Tables: &lt;table&gt;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389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&lt;th&gt;Name&lt;/th&gt;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&lt;th&gt;Score&lt;/th&gt;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&lt;td&gt;Ali&lt;/td&gt;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&lt;td&gt;92&lt;/td&gt;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58200" y="1965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entire table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27432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3520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cell (bold, centred by default)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0" y="4297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4297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 cell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60720" y="5074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 / &lt;tbody&gt;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5074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header rows vs. body rows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 Elements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describe the meaning of their content, not just its appearance — making pages clearer for browsers, screen readers, and other developers.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21C0A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(&lt;section&gt; / &lt;article&gt;)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120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content, logo, page title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31821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0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 / menu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389534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&lt;main&gt;, &lt;section&gt;, &lt;article&gt;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0" y="38953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content, grouped sections, self-contained pieces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460857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0" y="46085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content (not shown above) — related but separate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53218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53218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content — copyright, contact links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Forms: &lt;form&gt;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&lt;form&gt; collects user input and sends it to the server for processing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sets the URL/page that will receive and process the data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sets how data is sent — GET (visible in URL) or POST (hidden, used for sensitive/large data)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inside a form needs a name attribute so its value can be identified on submission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96596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50008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action="submit.php"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inputs go here --&gt;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Input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type="text"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99339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free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9339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199339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email format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4495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30449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typed characters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9718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04495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type="number"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30449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values only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9651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type="radio"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40965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 a 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9651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type="checkbox"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40965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number of options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480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type="date"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514807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picker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50749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51480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type="submit"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514807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Labels, Buttons &amp; Form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5852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action="submit.php" method="post"&gt;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for="name"&gt;Full Name:&lt;/label&gt;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name="name" required&gt;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for="email"&gt;Email:&lt;/label&gt;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name="email" required&gt;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type="submit"&gt;Register&lt;/button&gt;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993392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&lt;label for="..."&gt;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0" y="2331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text to an input by matching id — clicking the label focuses the field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9480" y="3044952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vs name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0960" y="3383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links the label / is used by CSS &amp; JS; name is the key sent to the server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9480" y="4096512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80960" y="4434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blocks submission until the field is filled 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5148072"/>
            <a:ext cx="256032" cy="256032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5120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&lt;button type="submit"&gt;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80960" y="5486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form; type="button" does not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page combines several of today's elements into one coherent structure: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+ &lt;nav&gt;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title and navigation links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474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list, and table content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480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C0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/ contact form with inputs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4864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54864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info and links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Simple Multi-Section Webpage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72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navigation menu linking to at least two sections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with a meaningful alt attribute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507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(ordered or unordered) of relevant items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725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showing at least 3 rows of data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6752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9437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registration or contact form with labeled inputs and a submit button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292608" cy="292608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href="..."&gt; creates links; target="_blank" opens a new tab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292608" cy="292608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420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 src="..." alt="..."&gt; embeds images — always set alt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92608" cy="292608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63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&lt;ul&gt;, &lt;ol&gt; and &lt;dl&gt; build unordered, ordered and description lists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22192"/>
            <a:ext cx="292608" cy="292608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856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&lt;table&gt; with &lt;tr&gt;/&lt;th&gt;/&lt;td&gt; displays tabular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92608" cy="292608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074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(header, nav, main, footer) describe page 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065776"/>
            <a:ext cx="292608" cy="292608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29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with labeled inputs and a submit button collects user data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HTML Tutorial / HTML Forms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2026-09-30T15:56:00Z</dcterms:created>
  <dcterms:modified xsi:type="dcterms:W3CDTF">2026-09-30T15:56:00Z</dcterms:modified>
</cp:coreProperties>
</file>