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-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42167-6429-4200-92B2-B55D5F601BD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67BE2-A8C8-4F6F-A3DE-EAD25B266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1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Decisions, Loops and Functions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Conditions, Loops, </a:t>
            </a:r>
            <a:r>
              <a:rPr lang="en-US" sz="2000" dirty="0" smtClean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834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simple examples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Conditional Statement?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statement lets the computer make a decision.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condition is true, the code runs. If not, it does not.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life: If it rains, take an umbrella. Otherwise, don't.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06324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is true,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3063240"/>
            <a:ext cx="7315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if this is true,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3063240"/>
            <a:ext cx="73152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520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in all other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do this.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15;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 &gt;= 13)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console.log("You are a teenager");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teenager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condition inside ( ). The code inside { } runs only when the condition is true.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marks = 40;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(marks &gt;= 50)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console.log("Pass");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console.log("Fail");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0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7432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40 at least 50? No. So the else code 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if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marks = 85;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(marks &gt;= 80)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console.log("Grade A");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(marks &gt;= 60)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console.log("Grade B");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console.log("Grade C");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1280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26517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checks from top to bottom. It stops at the first condition that is true.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Loop?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repeats a task again and again.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 print 1 to 100, you don't need to write 100 lines.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basic loops: for loop and while loop.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06324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know how many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to repeat.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9260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3063240"/>
            <a:ext cx="7315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5204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repeating as long 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true.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834640" cy="2103120"/>
          </a:xfrm>
          <a:prstGeom prst="roundRect">
            <a:avLst>
              <a:gd name="adj" fmla="val 2609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371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4320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97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parts of for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004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 = 1  : start (begin at 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5      : condition (go up to 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i++           : add 1 to i each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 = 1;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&lt;= 5)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097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834640" cy="2103120"/>
          </a:xfrm>
          <a:prstGeom prst="roundRect">
            <a:avLst>
              <a:gd name="adj" fmla="val 2609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371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Careful! If you forget i++, the loop will never stop.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Event?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is something the user does on a web page.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can respond to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42316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button or an item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423160"/>
            <a:ext cx="7315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onmouseover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mouse over an item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42316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onkeydown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88036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a key on the keyboard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Event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onclick="sayHi()"&gt;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</a:t>
            </a:r>
            <a:r>
              <a:rPr lang="en-US" sz="1400" dirty="0" err="1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sayHi</a:t>
            </a:r>
            <a:r>
              <a:rPr lang="en-US" sz="1400" dirty="0" smtClean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alert("Button clicked!");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14300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600200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user clicks the button.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onclick calls sayHi().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popup appears.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 Today?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help us make decisions.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loops repeat a task.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written once and used many times.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give values in, return gives an answer back.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(like onclick) run code when the user acts.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Keep practicing and you will learn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623</Words>
  <Application>Microsoft Office PowerPoint</Application>
  <PresentationFormat>On-screen Show (16:9)</PresentationFormat>
  <Paragraphs>142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Logic and Functions</dc:title>
  <dc:subject>PptxGenJS Presentation</dc:subject>
  <dc:creator>PptxGenJS</dc:creator>
  <cp:lastModifiedBy>Windows User</cp:lastModifiedBy>
  <cp:revision>2</cp:revision>
  <dcterms:created xsi:type="dcterms:W3CDTF">2026-10-22T14:06:21Z</dcterms:created>
  <dcterms:modified xsi:type="dcterms:W3CDTF">2026-10-23T16:38:12Z</dcterms:modified>
</cp:coreProperties>
</file>