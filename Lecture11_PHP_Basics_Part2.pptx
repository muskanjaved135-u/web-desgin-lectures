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402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1C0A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Basics – Part II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Forms  •  GET &amp; POST  •  Form Handling  •  Validation  •  Decisions from User Input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2926080" cy="0"/>
          </a:xfrm>
          <a:prstGeom prst="line">
            <a:avLst/>
          </a:prstGeom>
          <a:noFill/>
          <a:ln w="25400">
            <a:solidFill>
              <a:srgbClr val="21C0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PHP Forms 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HTML form collects data. PHP receives it on the server, checks it and replies.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603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Form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name and email, clicks Send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858768" y="2880360"/>
            <a:ext cx="548640" cy="365760"/>
          </a:xfrm>
          <a:prstGeom prst="rightArrow">
            <a:avLst/>
          </a:prstGeom>
          <a:solidFill>
            <a:srgbClr val="5A6B75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256032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5603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File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80560" y="3703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receives the data and processes it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90688" y="2880360"/>
            <a:ext cx="548640" cy="365760"/>
          </a:xfrm>
          <a:prstGeom prst="rightArrow">
            <a:avLst/>
          </a:prstGeom>
          <a:solidFill>
            <a:srgbClr val="5A6B75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256032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21C0A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5603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12480" y="37033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sends back a message or a new page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A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120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are how websites do login, registration, contact messages, search and more.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vs POST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in the URL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(not in the URL)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Search, filters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registration, forms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(limited)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allowed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safe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Safer for private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B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0243A"/>
          </a:solidFill>
          <a:ln/>
        </p:spPr>
      </p:sp>
      <p:sp>
        <p:nvSpPr>
          <p:cNvPr id="7" name="Shape 4"/>
          <p:cNvSpPr/>
          <p:nvPr/>
        </p:nvSpPr>
        <p:spPr>
          <a:xfrm>
            <a:off x="713232" y="56327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56327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6"/>
          <p:cNvSpPr/>
          <p:nvPr/>
        </p:nvSpPr>
        <p:spPr>
          <a:xfrm>
            <a:off x="1115568" y="56327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http://localhost/test.php?name=Ali&amp;age=20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5120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example: data appears after the ? in the address bar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HTML 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60350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action="process.php" method="post"&gt;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&lt;label&gt;Name:&lt;/label&gt;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name="name"&gt;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&lt;label&gt;Email:&lt;/label&gt;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name="email"&gt;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type="submit"&gt;Send&lt;/button&gt;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98080" y="201168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EA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0" y="2011680"/>
            <a:ext cx="109728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2514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PHP file receives the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0" y="3291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EA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3291840"/>
            <a:ext cx="109728" cy="10972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or post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98080" y="457200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EAF3F7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0" y="4572000"/>
            <a:ext cx="109728" cy="1097280"/>
          </a:xfrm>
          <a:prstGeom prst="rect">
            <a:avLst/>
          </a:prstGeom>
          <a:solidFill>
            <a:srgbClr val="21C0A5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4663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0" y="5074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PHP uses to read the value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Data: $_GET and $_POST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stores submitted data in special arrays. The key is the name attribute of the input.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40080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5852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form used method="post"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$name  = $_POST["name"];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$email = $_POST["email"];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form used method="get"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$name = $_GET["name"];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"Hello, $name!";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"&lt;br&gt;Your email: $email";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223760" y="2331720"/>
            <a:ext cx="43891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26974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Ali!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email: ali@example.com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23760" y="406908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$_POST reads data sent with POST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 reads data sent with GET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must match the name in the 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HANDLING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Form + process.php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form.html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323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323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323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0048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action="process.php"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method="post"&gt;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name="name"&gt;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name="city"&gt;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&lt;button&gt;Send&lt;/button&gt;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874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process.php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394960" cy="2560320"/>
          </a:xfrm>
          <a:prstGeom prst="roundRect">
            <a:avLst>
              <a:gd name="adj" fmla="val 2857"/>
            </a:avLst>
          </a:prstGeom>
          <a:solidFill>
            <a:srgbClr val="10243A"/>
          </a:solidFill>
          <a:ln/>
        </p:spPr>
      </p:sp>
      <p:sp>
        <p:nvSpPr>
          <p:cNvPr id="13" name="Shape 11"/>
          <p:cNvSpPr/>
          <p:nvPr/>
        </p:nvSpPr>
        <p:spPr>
          <a:xfrm>
            <a:off x="6382512" y="24323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0" y="24323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24323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670048"/>
            <a:ext cx="4846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$name = $_POST["name"];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$city = $_POST["city"];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"$name lives in $city";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1C0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102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 lives in Lahore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HTML &amp; PHP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and PHP in One File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put the form and the PHP code in one page. PHP checks if the form was submitted.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766560" cy="4023360"/>
          </a:xfrm>
          <a:prstGeom prst="roundRect">
            <a:avLst>
              <a:gd name="adj" fmla="val 1818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323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323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323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0048"/>
            <a:ext cx="62179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$msg = "";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($_SERVER["REQUEST_METHOD"] == "POST") {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$name = $_POST["name"];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$msg = "Welcome, " . $name;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method="post" action=""&gt;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name="name"&gt;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&lt;button&gt;Send&lt;/button&gt;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&lt;p&gt;&lt;?php echo $msg; ?&gt;&lt;/p&gt;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237744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action="" sends the data to the same page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REQUEST_METHOD tells if the form was submitted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visit: no message. After Send: message shows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Validation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user input. Check it before using it.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132320" cy="4069080"/>
          </a:xfrm>
          <a:prstGeom prst="roundRect">
            <a:avLst>
              <a:gd name="adj" fmla="val 1798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323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323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323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0048"/>
            <a:ext cx="6583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$name  = trim($_POST["name"]);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$email = $_POST["email"];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$error = "";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(empty($name))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$error = "Name is required";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elseif (!filter_var($email, FILTER_VALIDATE_EMAIL))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$error = "Invalid email";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"Thank you, $name!";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$error;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955280" y="2377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92640" y="2377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value empty?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55280" y="29992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isset()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92640" y="29992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exist?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55280" y="362102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trim()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92640" y="362102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extra spaces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55280" y="424281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strlen()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92640" y="424281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text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55280" y="48646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filter_var()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92640" y="486460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email format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55280" y="5486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is_numeric()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92640" y="5486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a number?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Output Safe: htmlspecialchars()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can type HTML or script into a form. htmlspecialchars() turns it into harmless text.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669280" cy="3108960"/>
          </a:xfrm>
          <a:prstGeom prst="roundRect">
            <a:avLst>
              <a:gd name="adj" fmla="val 2353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7802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7802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7802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15768"/>
            <a:ext cx="5120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$name = $_POST["name"];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unsafe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$name;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safe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htmlspecialchars($name);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2331720"/>
            <a:ext cx="51206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468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user types: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28803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&lt;b&gt;Hacked&lt;/b&gt;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352044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4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$name  shows:  Hacked  (as bold HTML)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42976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htmlspecialchars shows:  &lt;b&gt;Hacked&lt;/b&gt;  (as plain text)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Habit: always use htmlspecialchars() when printing what the user typed.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Based on User Input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 / else with the form data to give different results.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583680" cy="4114800"/>
          </a:xfrm>
          <a:prstGeom prst="roundRect">
            <a:avLst>
              <a:gd name="adj" fmla="val 1778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4323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4323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4323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0048"/>
            <a:ext cx="6035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$marks = $_POST["marks"];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$age   = $_POST["age"];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($marks &gt;= 50)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"Result: Pass";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"Result: Fail";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($age &gt;= 18)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"You can register";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"Too young";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06640" y="228600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2359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589520" y="265176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72  →  Result: Pass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35  →  Result: Fail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    →  You can register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15    →  Too young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06640" y="484632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values arrive as text, but PHP can compare them with numbers easily.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128016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 the name attribute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1874520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cannot find the value. Add name="..." to every input.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743200"/>
            <a:ext cx="128016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4320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does not match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743200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uses post but PHP reads $_GET. Use the same method.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611880"/>
            <a:ext cx="128016" cy="749808"/>
          </a:xfrm>
          <a:prstGeom prst="rect">
            <a:avLst/>
          </a:prstGeom>
          <a:solidFill>
            <a:srgbClr val="21C0A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1188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Opened file directly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80560" y="3611880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with http://localhost/... , not by double-clicking.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480560"/>
            <a:ext cx="128016" cy="7498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8056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Undefined index message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80560" y="4480560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$_POST before the form was sent. Check with isset() first.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5349240"/>
            <a:ext cx="128016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349240"/>
            <a:ext cx="3566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; or quote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5349240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error line number. Fix one error at a time.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/ Contact Form with PHP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8072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form with name, email, course and message fields (method post)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502152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29000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data in PHP and show a summary of what was submitted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4123944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50792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name and email must not be empty, email must be valid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745736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672584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friendly error message if validation fails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5367528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5294376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htmlspecialchars() when printing user data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48256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11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sends data to PHP; PHP reads it and replies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249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shows data in the URL; POST hides it (use POST for forms)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381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values with $_POST["name"] or $_GET["name"]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87952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513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empty(), isset(), trim() and filter_var()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64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 / else on input and htmlspecialchars() for safe output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W3Schools — PHP Forms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Basics – Part II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2026-10-27T04:34:25Z</dcterms:created>
  <dcterms:modified xsi:type="dcterms:W3CDTF">2026-10-27T04:34:25Z</dcterms:modified>
</cp:coreProperties>
</file>