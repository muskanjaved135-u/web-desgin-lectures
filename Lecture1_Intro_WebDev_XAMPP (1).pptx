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1C0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Web Development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XAMPP Installation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&amp; WWW  •  Websites vs Web Apps  •  Frontend &amp; Backend  •  Local Dev Setup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5257800"/>
            <a:ext cx="2926080" cy="0"/>
          </a:xfrm>
          <a:prstGeom prst="line">
            <a:avLst/>
          </a:prstGeom>
          <a:noFill/>
          <a:ln w="25400">
            <a:solidFill>
              <a:srgbClr val="21C0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and the World Wide Web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vast global network of interconnected computers that communicate using standard protocols (TCP/IP). It carries email, file transfer, streaming, and much more.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337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Wide Web (WWW)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37216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interlinked hypertext documents (web pages) accessed via the Internet using a browser. The Web runs ON TOP of the Internet — it is one of many services the Internet provides.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8720" y="513892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= the network (infrastructure). Web = one service that uses that network (pages, links, browsers).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vs. Web Application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58568"/>
            <a:ext cx="5212080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90779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8346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informational — presents content to visitors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58444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static or occasionally updated pages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40740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3425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or one-way user interaction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515721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08406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 company profile site, a blog, a news page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196596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96596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2258568"/>
            <a:ext cx="5212080" cy="301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9659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355080" y="29077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8346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users perform tasks and actions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36576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58444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content that changes based on user input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44074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33425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interaction, often needs login/database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51572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508406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Gmail, Facebook, an online booking system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vs. Server-Side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EAF3F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(Browser)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user's device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HTML, CSS and JavaScript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what the user sees &amp; clicks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JavaScript for interactivity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2788920"/>
            <a:ext cx="2377440" cy="292608"/>
          </a:xfrm>
          <a:prstGeom prst="rightArrow">
            <a:avLst/>
          </a:prstGeom>
          <a:solidFill>
            <a:srgbClr val="21C0A5"/>
          </a:solidFill>
          <a:ln/>
        </p:spPr>
      </p:sp>
      <p:sp>
        <p:nvSpPr>
          <p:cNvPr id="10" name="Shape 8"/>
          <p:cNvSpPr/>
          <p:nvPr/>
        </p:nvSpPr>
        <p:spPr>
          <a:xfrm>
            <a:off x="4892040" y="4160520"/>
            <a:ext cx="2377440" cy="292608"/>
          </a:xfrm>
          <a:prstGeom prst="left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7406640" y="210312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EAF3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2286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26680" y="2880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remote / local machine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requests using PHP, etc.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database (e.g. MySQL)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back HTML/data as a response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vs. Backend Development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146304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0" y="21488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and interacts with directly (the interface, layout, and behaviour in the browser).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11880"/>
            <a:ext cx="146304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490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37490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server-side logic, database access, and application processing that power the frontend behind the scenes.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technologies: HTML, CSS, JavaScript     |     Backend technologies: PHP, MySQL, and other server languages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of HTML, CSS, JavaScript &amp; PHP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1303020" y="237744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2377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content — defines the building blocks of a page (headings, text, images, links).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0574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EA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229100" y="23774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29100" y="2377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20440" y="3520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40690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style — controls colours, layout, fonts, and visual appearance.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EA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55180" y="2377440"/>
            <a:ext cx="1005840" cy="1005840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7" name="Text 15"/>
          <p:cNvSpPr/>
          <p:nvPr/>
        </p:nvSpPr>
        <p:spPr>
          <a:xfrm>
            <a:off x="7155180" y="2377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40690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&amp; interactivity — makes pages dynamic (validation, events, updates).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20574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EA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81260" y="2377440"/>
            <a:ext cx="1005840" cy="10058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81260" y="2377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72600" y="3520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Preprocessor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18320" y="40690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logic — processes data, talks to the database, generates dynamic pages.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Local Development Environments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development environment lets you build and test PHP/MySQL web applications on your own computer — before publishing them online.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990088"/>
            <a:ext cx="237744" cy="237744"/>
          </a:xfrm>
          <a:prstGeom prst="checkmark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852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one?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80720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test offline, safely, without affecting a live website or needing an internet connection.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3950208"/>
            <a:ext cx="237744" cy="237744"/>
          </a:xfrm>
          <a:prstGeom prst="checkmark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130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needs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376732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server (Apache), a scripting engine (PHP), and a database (MySQL) — all running together on your machine.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4910328"/>
            <a:ext cx="237744" cy="237744"/>
          </a:xfrm>
          <a:prstGeom prst="checkmark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7731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easy way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47274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installing and configuring each piece separately, a stack tool like XAMPP bundles them into one simple installer.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XAMPP Components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= Cross-platform, Apache, MySQL, PHP, Perl — a free, all-in-one local server package.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8346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096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browser requests and serves web pages (HTML, CSS, PHP output) back to the client.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5603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28346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8912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89120" y="4096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Engine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5262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server-side PHP code embedded in pages to generate dynamic content.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5603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46920" y="28346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964692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0" y="4096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58200" y="4526280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manages application data (via phpMyAdmin) — used for logins, records, content.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XAMPP —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91540" y="2468880"/>
            <a:ext cx="0" cy="59436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417320" y="192024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9202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XAMPP installer for your OS from apachefriends.org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91540" y="3566160"/>
            <a:ext cx="0" cy="59436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417320" y="30175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30175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installer and select components (Apache, MySQL, PHP, phpMyAdmin)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1540" y="4663440"/>
            <a:ext cx="0" cy="59436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17320" y="411480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411480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installation folder (default: C:\xampp on Windows)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417320" y="521208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52120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installation and open the XAMPP Control Panel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&amp; Testing Your First Local Page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128016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Start Apache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XAMPP Control Panel, click "Start" next to Apache (and MySQL). Both should turn green.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965960"/>
            <a:ext cx="128016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03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Verify localhost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browser and visit http://localhost — the XAMPP welcome/dashboard page confirms Apache is running.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114800"/>
            <a:ext cx="128016" cy="1828800"/>
          </a:xfrm>
          <a:prstGeom prst="rect">
            <a:avLst/>
          </a:prstGeom>
          <a:solidFill>
            <a:srgbClr val="21C0A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51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Create htdocs project folder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7091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xampp/htdocs, create a new folder for your project, e.g. htdocs/myproject.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4114800"/>
            <a:ext cx="128016" cy="1828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251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Create &amp; run a test page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47091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index.html with basic HTML, save it inside the folder, then open http://localhost/myproject/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XAMPP &amp; Run Your First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7614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XAMPP on your computer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456432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3832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Apache and confirm http://localhost loads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078224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050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project folder inside htdocs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700016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2686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index.html with a heading and a short paragraph about yourself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321808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24865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the browser via http://localhost/your-folder/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11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is a service that runs on top of the Internet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249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inform; web applications let users interact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81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(browser) and server-side (server) work together via HTTP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513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structures, CSS styles, JavaScript adds behaviour, PHP handles server logic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64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bundles Apache, PHP and MySQL for local development and testing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W3Schools — Web Development / Where to Start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Development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2026-09-22T11:11:10Z</dcterms:created>
  <dcterms:modified xsi:type="dcterms:W3CDTF">2026-09-22T11:11:10Z</dcterms:modified>
</cp:coreProperties>
</file>