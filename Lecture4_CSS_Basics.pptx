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402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1C0A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Basics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CSS  •  Selectors  •  Colors &amp; Fonts  •  Borders  •  Margin &amp; Padding  •  The Box Model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2926080" cy="0"/>
          </a:xfrm>
          <a:prstGeom prst="line">
            <a:avLst/>
          </a:prstGeom>
          <a:noFill/>
          <a:ln w="25400">
            <a:solidFill>
              <a:srgbClr val="21C0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CSS and Why Use It?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126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stands for Cascading Style Sheets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controls the presentation and layout of HTML — colours, fonts, spacing, positioning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content (HTML) from design (CSS) — easier to maintain and reuse styles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CSS file can style many HTML pages consistently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49440" y="20116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14032" y="21579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15798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516368" y="215798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2395728"/>
            <a:ext cx="4114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#21295C;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32px;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#1B2B34;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1.5;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Add CSS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style="color:red;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font-size:16px;"&gt;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directly on one element — highest priority, hardest to maintain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43400" y="1920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23317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024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0799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Shape 14"/>
          <p:cNvSpPr/>
          <p:nvPr/>
        </p:nvSpPr>
        <p:spPr>
          <a:xfrm>
            <a:off x="491032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71576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{ color: red;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43400" y="406908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&lt;style&gt; in the &lt;head&gt; — applies to one page only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38160" y="19202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C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8160" y="23317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10243A"/>
          </a:solidFill>
          <a:ln/>
        </p:spPr>
      </p:sp>
      <p:sp>
        <p:nvSpPr>
          <p:cNvPr id="21" name="Shape 19"/>
          <p:cNvSpPr/>
          <p:nvPr/>
        </p:nvSpPr>
        <p:spPr>
          <a:xfrm>
            <a:off x="830275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3" name="Shape 21"/>
          <p:cNvSpPr/>
          <p:nvPr/>
        </p:nvSpPr>
        <p:spPr>
          <a:xfrm>
            <a:off x="870508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715768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href="style.css"&gt;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38160" y="406908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.css file linked to any number of pages — best practice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128016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96596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every &lt;p&gt; on the page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971800"/>
            <a:ext cx="128016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718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9718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.highlight { 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297180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elements with class="highlight"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977640"/>
            <a:ext cx="128016" cy="868680"/>
          </a:xfrm>
          <a:prstGeom prst="rect">
            <a:avLst/>
          </a:prstGeom>
          <a:solidFill>
            <a:srgbClr val="21C0A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7764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C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397764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 { 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397764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one element with id="header"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983480"/>
            <a:ext cx="128016" cy="8686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834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4983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p { }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498348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same rule to several selectors at once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STYLING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Colors &amp; Backgrounds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sets text colour; background-color sets the element's background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can be named (red), hex (#FF0000), RGB (rgb(255,0,0)), or HSL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background-image sets an image as the background; background-size and background-position control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965960"/>
            <a:ext cx="4754880" cy="2651760"/>
          </a:xfrm>
          <a:prstGeom prst="roundRect">
            <a:avLst>
              <a:gd name="adj" fmla="val 2759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022592" y="21122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21122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424928" y="21122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350008"/>
            <a:ext cx="4206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#EAF3F7;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#FFFFFF;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#065A82;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48463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#065A82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48463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#1C7293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235440" y="48463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21C0A5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#21C0A5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424160" y="48463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28700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#21295C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STYLING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Fonts &amp; Text Styling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457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16px;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bold;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font-style: italic;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text-decoration: underline;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1.6;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0" y="19659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49640" y="196596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typeface (with fallback fonts)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62432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49640" y="262432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text size (px, em, %, etc.)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3282696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49640" y="3282696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boldness (normal, bold, 100–900)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3941064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9640" y="3941064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text: left, center, right, justify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4599432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49640" y="4599432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Underline, line-through, or none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525780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9640" y="5257800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vertical spacing between lines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border-width sets thickness; border-style sets the line type; border-color sets its colour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is shorthand for all three at once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 rounds the corners of a box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1965960"/>
            <a:ext cx="4846320" cy="3291840"/>
          </a:xfrm>
          <a:prstGeom prst="roundRect">
            <a:avLst>
              <a:gd name="adj" fmla="val 2222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6931152" y="21122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211226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333488" y="211226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2350008"/>
            <a:ext cx="4297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border-width: 2px;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border-style: solid;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 #1C7293;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shorthand */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#1C7293;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10px;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4206240" cy="146304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805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border: 2px solid;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border-radius: 10px;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&amp; Padding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 an element's border — pushes other elements away. Can be negative; margin: auto centres a block horizontally.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AF3F7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057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an element's border, between the border and its content. Increases the element's clickable/visual area.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0243A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42611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2611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" y="42611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9884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20px;              /* all sides */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10px 20px;         /* top/bottom  left/right */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15px 25px 15px 25px; /* top right bottom left */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CSS Box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element is a rectangular box made of four layers, from the inside out: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931920" y="2331720"/>
            <a:ext cx="5486400" cy="347472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2788920"/>
            <a:ext cx="4480560" cy="2560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862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3154680"/>
            <a:ext cx="3749040" cy="1828800"/>
          </a:xfrm>
          <a:prstGeom prst="rect">
            <a:avLst/>
          </a:prstGeom>
          <a:solidFill>
            <a:srgbClr val="9BE39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227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3611880"/>
            <a:ext cx="2834640" cy="914400"/>
          </a:xfrm>
          <a:prstGeom prst="rect">
            <a:avLst/>
          </a:prstGeom>
          <a:solidFill>
            <a:srgbClr val="8FD3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3611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271576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text/image — sized by width &amp; height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 around the content, inside the border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72744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surrounding the padding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7332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 outside the border, separating from other elements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style.css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style.css */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Calibri, sans-serif;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#EAF3F7;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80%;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20px auto;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#FFFFFF;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1px solid #1C7293;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#21295C;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 as style.css in the same project folder as your HTML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it inside &lt;head&gt;: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&lt;link rel="stylesheet" href="style.css"&gt;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the page in your browser to see the styles applied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browser's Inspect tool to check computed styles live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Your Day 3 HTML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072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external style.css file and link it in &lt;head&gt;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502152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290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one element, one class, and one ID selector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23944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5079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colours and a background for the page and a card/section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745736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67258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fonts — family, size, weight, and text alignment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5367528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29437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border, margin and padding to practice the box model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48256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11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separates design from content and can be added inline, internally, or externally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249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CSS (a linked .css file) is the best practice for real projects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381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(element, class, id) target which elements a rule applies 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87952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513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background, font and text properties control visual appearance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64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is a box: content → padding → border → margin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W3Schools — CSS Tutorial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2026-09-30T15:57:30Z</dcterms:created>
  <dcterms:modified xsi:type="dcterms:W3CDTF">2026-09-30T15:57:30Z</dcterms:modified>
</cp:coreProperties>
</file>