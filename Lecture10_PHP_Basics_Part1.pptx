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Basics – Part 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Scripting  •  PHP Tags  •  echo  •  Variables  •  Data Types  •  Operators  •  if / else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Scripting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code runs on the server, not in the browser. The browser only receives the final HTML.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(Client)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743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+ PHP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27432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743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(MySQL)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2971800"/>
            <a:ext cx="1371600" cy="365760"/>
          </a:xfrm>
          <a:prstGeom prst="rightArrow">
            <a:avLst/>
          </a:prstGeom>
          <a:solidFill>
            <a:srgbClr val="21C0A5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560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3520440"/>
            <a:ext cx="1371600" cy="365760"/>
          </a:xfrm>
          <a:prstGeom prst="leftArrow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HTML page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3246120"/>
            <a:ext cx="1371600" cy="365760"/>
          </a:xfrm>
          <a:prstGeom prst="rightArrow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3657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PHP runs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never see your PHP code. They only see the HTML result.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PHP?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stands for Hypertext Preprocessor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free, popular server-side language used to build dynamic websites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can show different content for different users, read forms and talk to databases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files have the extension .php and can contain HTML, CSS, JavaScript and PHP together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popular websites, such as WordPress sites, are built with PHP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210312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Dynamic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788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only = same page for everyone (static).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PHP = page changes with time, user or data (dynamic).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File Structure &amp; Tags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code is written between the opening tag &lt;?php and the closing tag ?&gt;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PHP code goes here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"Hello, PHP!";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02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251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484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715768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&lt;h1&gt;My Page&lt;/h1&gt;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 echo "Hi!"; ?&gt;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as something.php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inside the htdocs folder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PHP statement ends with 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with echo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prints text or HTML on the page. print works almost the same way.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303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"Hello World!";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"&lt;h2&gt;PHP is fun&lt;/h2&gt;";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"Line 1&lt;br&gt;Line 2";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"Using print";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23317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97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is fun   (as a heading)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print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goes inside quotes. You can put HTML tags inside the quotes too.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&amp; Basic Rules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5120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single-line comment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also a single-line comment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multi-line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comment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"Rules matter"; // ends with 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ends with a semicolon ;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ignored by PHP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 are case-sensitive: $age and $Age are different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like echo and if are not case-sensitive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; or quote is the most common beginner error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stores a value. In PHP every variable starts with a dollar sign $.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2286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852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= "Ali";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$age = 20;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$name . " is " . $age . " years old";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"My name is $name";   // works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'My name is $name';   // does not work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233172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697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 is 20 years old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name is Ali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name is $name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0" y="420624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$, no spaces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number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quotes read variables; single quotes do not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quotes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874520"/>
            <a:ext cx="35661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 -7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874520"/>
            <a:ext cx="3566160" cy="9144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03320"/>
            <a:ext cx="356616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703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3703320"/>
            <a:ext cx="35661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886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values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["A", "B"]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3703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3703320"/>
            <a:ext cx="35661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886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532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3F7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decides the type for you. To check it, use var_dump($x);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+ 5 = 15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=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87452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+= 2;  // 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874520"/>
            <a:ext cx="109728" cy="182880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===  !=  &gt;  &lt;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834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"5"   true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"5"  false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86200"/>
            <a:ext cx="109728" cy="1828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 ||   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false  false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false  true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8862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3886200"/>
            <a:ext cx="109728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join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 " . "Ali"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 Ali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8862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388620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 --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846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$i++;  // 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PHP, join strings with a dot (.) not with a plus sign.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Conditions: if / elseif / else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let PHP choose what to 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852160" cy="3749040"/>
          </a:xfrm>
          <a:prstGeom prst="roundRect">
            <a:avLst>
              <a:gd name="adj" fmla="val 1951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303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$marks = 75;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($marks &gt;= 80)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"Grade A";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elseif ($marks &gt;= 60)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"Grade B";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"Try again";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23317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runs when the condition is true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checks another condition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if nothing above was true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Conditions: switch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when one value is compared with many fixed choices.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85216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$day = 3;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($day)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"Monday";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"Wednesday";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"Other day";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23317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Wednesday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= one possible choice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= stop after a match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if nothing matches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Displaying Dynamic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HTML and PHP in one file. PHP values appear inside the page.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766560" cy="4069080"/>
          </a:xfrm>
          <a:prstGeom prst="roundRect">
            <a:avLst>
              <a:gd name="adj" fmla="val 1798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&lt;h1&gt;Welcome&lt;/h1&gt;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$name = "Ali";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$hour = date("H");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"&lt;p&gt;Hello, $name!&lt;/p&gt;";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($hour &lt; 12)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"&lt;p&gt;Good morning&lt;/p&gt;";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"&lt;p&gt;Good day&lt;/p&gt;";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"&lt;p&gt;Year: " . date("Y") . "&lt;/p&gt;";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2651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Ali!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morning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Year: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45720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date() gives the current time from the server, so the page changes every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PHP with XAMPP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192024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920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XAMPP Control Panel and click Start next to Apache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7320" y="278892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7889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inside xampp/htdocs, for example htdocs/php-practice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17320" y="365760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365760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file there as hello.php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17320" y="452628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45262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browser and type http://localhost/php-practice/hello.php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do NOT double-click the .php file. PHP only works through localhost (Apache).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Your First PHP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Apache in XAMPP and create hello.php that shows your name using echo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your name, age and city in variables and print one sentence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operators to add two numbers and show the result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if / elseif / else that prints Pass or Fail from marks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dynamic value such as today's date using date()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runs on the server; the browser only gets HTML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code lives inside &lt;?php ... ?&gt; in a .php file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prints output; variables start with $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data types and use operators (. joins strings)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elseif / else / switch make decisions; run files via localhost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PHP Tutorial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2026-10-27T04:34:25Z</dcterms:created>
  <dcterms:modified xsi:type="dcterms:W3CDTF">2026-10-27T04:34:25Z</dcterms:modified>
</cp:coreProperties>
</file>